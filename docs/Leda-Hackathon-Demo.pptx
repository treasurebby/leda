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deployed app. One line: Leda turns the WhatsApp messages Nigerian distributors already receive into orders, verification and a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distributor is not the problem. The channel is. Retailers will never stop sending voice notes; the tooling has to meet them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verbs. Everything in the demo maps to 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Attention Required panel: the 54% flag on LE-1041 is the story we follow for the rest of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design choice: the model is rewarded for honesty. A flag with two options beats a confident wrong guess when the distributor's money is on the line. Every provider sits behind an interface with a fake, so the pipeline is fully testable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beat: click the amber badge, compare to the slip, resolve the 55 bags option, press Send.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Money invariants: NUMERIC(18,2) never floats; payments unique per provider reference; ledger append-only; unmatch posts a reversing adjustment.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the repo at demo time. The fakes matter: the whole product runs offline, which is how we tested it end to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call: beta.messages.parse with a Pydantic DecodedOrder schema, adaptive thinking, cached system prompt and catalog, server-side refusal fallbacks.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network is unhappy, every step also works against the local fakes. Have the seeded database ready as a fallback.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 depends on the hackathon: access to a WhatsApp Business verification partner and one distributor willing to pilot are worth more than anything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463040"/>
            <a:ext cx="4572000" cy="45720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3" name="Image 0" descr="warroom-order-sli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960120"/>
            <a:ext cx="3566160" cy="26517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48640" y="548640"/>
            <a:ext cx="502920" cy="502920"/>
          </a:xfrm>
          <a:prstGeom prst="roundRect">
            <a:avLst>
              <a:gd name="adj" fmla="val 25455"/>
            </a:avLst>
          </a:prstGeom>
          <a:solidFill>
            <a:srgbClr val="FDFBF7"/>
          </a:solidFill>
          <a:ln w="12700">
            <a:solidFill>
              <a:srgbClr val="FDFBF7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649224"/>
            <a:ext cx="301752" cy="30175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5303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</a:t>
            </a:r>
            <a:endParaRPr lang="en-US" sz="2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60020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WhatsApp chaos.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your ledger.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1546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notes, blurry photos and market slang in.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orders and a balanced ledger out.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DEMO  ·  BUILT FOR NIGERIA'S WHOLESALE DISTRIBUTORS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wholesale trade runs on WhatsApp.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52728"/>
            <a:ext cx="457200" cy="45720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62456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is a voice note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5361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 me like fifty, make e remain small." Pidgin, slang and nicknames for products — typed into a notebook by hand.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368296"/>
            <a:ext cx="457200" cy="45720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7802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3500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proof is a blurry photo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6517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order slips and stacked bags. Two rice brands look the same at 6am.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5935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46557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is a screenshot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376732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arrive with unclear references. Matching them to invoices takes the whole evening.</a:t>
            </a:r>
            <a:endParaRPr lang="en-US" sz="1150" dirty="0"/>
          </a:p>
        </p:txBody>
      </p:sp>
      <p:pic>
        <p:nvPicPr>
          <p:cNvPr id="16" name="Image 3" descr="chat-ric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143000"/>
            <a:ext cx="2926080" cy="1600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pic>
        <p:nvPicPr>
          <p:cNvPr id="17" name="Image 4" descr="chat-oil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880360"/>
            <a:ext cx="2926080" cy="16002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18" name="Text 11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Sabi: decode, verify, reconcile.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DFBF7"/>
          </a:solidFill>
          <a:ln w="9525">
            <a:solidFill>
              <a:srgbClr val="EFE9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08760"/>
            <a:ext cx="548640" cy="5486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6404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note, photo or text becomes order lines against the distributor's own catalog — each line with a confidence score.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73552" y="12344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DFBF7"/>
          </a:solidFill>
          <a:ln w="9525">
            <a:solidFill>
              <a:srgbClr val="EFE9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1508760"/>
            <a:ext cx="548640" cy="5486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9546" y="16404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7872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651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uncertain is a flag with Sabi's reasoning and two concrete options. One click resolves it; one click asks the retailer.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98464" y="1234440"/>
            <a:ext cx="2514600" cy="3108960"/>
          </a:xfrm>
          <a:prstGeom prst="roundRect">
            <a:avLst>
              <a:gd name="adj" fmla="val 4364"/>
            </a:avLst>
          </a:prstGeom>
          <a:solidFill>
            <a:srgbClr val="FDFBF7"/>
          </a:solidFill>
          <a:ln w="9525">
            <a:solidFill>
              <a:srgbClr val="EFE9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72784" y="1508760"/>
            <a:ext cx="548640" cy="54864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4458" y="16404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2784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272784" y="265176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retailer gets a virtual account. Transfers auto-match to invoices and post to an append-only ledger.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COMMAND CENTER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orders, what needs a human, what's owed.</a:t>
            </a:r>
            <a:endParaRPr lang="en-US" sz="2400" dirty="0"/>
          </a:p>
        </p:txBody>
      </p:sp>
      <p:pic>
        <p:nvPicPr>
          <p:cNvPr id="4" name="Image 0" descr="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852160" cy="36576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629400" y="123444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766560" y="1344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orders today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766560" y="16733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photo and text, one queue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629400" y="237744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766560" y="2487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pending verifications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28163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AI flags · 3 transfers · 2 duplicates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29400" y="3520440"/>
            <a:ext cx="19659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766560" y="36301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₦12.48M receivables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766560" y="395935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from the ledger, not a spreadsheet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SABI WORKS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42-second voice note to a confident order.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53312"/>
            <a:ext cx="457200" cy="45720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6304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3898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385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API webhook.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stored untouched.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50008" y="1856232"/>
            <a:ext cx="237744" cy="256032"/>
          </a:xfrm>
          <a:prstGeom prst="rightArrow">
            <a:avLst/>
          </a:prstGeom>
          <a:solidFill>
            <a:srgbClr val="B7C4BD"/>
          </a:solidFill>
          <a:ln w="12700">
            <a:solidFill>
              <a:srgbClr val="B7C4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06040" y="118872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353312"/>
            <a:ext cx="457200" cy="45720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46304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37560" y="13898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19385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with a Pidgin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hint + product names.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407408" y="1856232"/>
            <a:ext cx="237744" cy="256032"/>
          </a:xfrm>
          <a:prstGeom prst="rightArrow">
            <a:avLst/>
          </a:prstGeom>
          <a:solidFill>
            <a:srgbClr val="B7C4BD"/>
          </a:solidFill>
          <a:ln w="12700">
            <a:solidFill>
              <a:srgbClr val="B7C4B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63440" y="118872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353312"/>
            <a:ext cx="457200" cy="45720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46304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3898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19385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against the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slang aliases, history.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464808" y="1856232"/>
            <a:ext cx="237744" cy="256032"/>
          </a:xfrm>
          <a:prstGeom prst="rightArrow">
            <a:avLst/>
          </a:prstGeom>
          <a:solidFill>
            <a:srgbClr val="B7C4BD"/>
          </a:solidFill>
          <a:ln w="12700">
            <a:solidFill>
              <a:srgbClr val="B7C4B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20840" y="1188720"/>
            <a:ext cx="17830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03720" y="1353312"/>
            <a:ext cx="457200" cy="45720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46304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52360" y="138988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193852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with confidence.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85 = human check.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48640" y="3017520"/>
            <a:ext cx="8046720" cy="1645920"/>
          </a:xfrm>
          <a:prstGeom prst="roundRect">
            <a:avLst>
              <a:gd name="adj" fmla="val 6667"/>
            </a:avLst>
          </a:prstGeom>
          <a:solidFill>
            <a:srgbClr val="FDF1E0"/>
          </a:solidFill>
          <a:ln w="9525">
            <a:solidFill>
              <a:srgbClr val="F3DDB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77240" y="320040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" y="3299155"/>
            <a:ext cx="213970" cy="21397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2588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Quantity unclear (54% confidence)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1325880" y="3547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“Send me like fifty, make e remain small.”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1325880" y="38862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“Like fifty” with “make e remain small” could mean 50 or 55 bags of Royal Stallion 50kg. Sabi offers both and states the money at stake instead of guessing.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6309360" y="3291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₦392,500</a:t>
            </a:r>
            <a:endParaRPr lang="en-US" sz="3200" dirty="0"/>
          </a:p>
        </p:txBody>
      </p:sp>
      <p:sp>
        <p:nvSpPr>
          <p:cNvPr id="34" name="Text 27"/>
          <p:cNvSpPr txBox="1"/>
          <p:nvPr/>
        </p:nvSpPr>
        <p:spPr>
          <a:xfrm>
            <a:off x="6309360" y="39319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the two readings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 ROOM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the left, the order on the right.</a:t>
            </a:r>
            <a:endParaRPr lang="en-US" sz="2400" dirty="0"/>
          </a:p>
        </p:txBody>
      </p:sp>
      <p:pic>
        <p:nvPicPr>
          <p:cNvPr id="4" name="Image 0" descr="war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394960" cy="3374136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172200" y="1143000"/>
            <a:ext cx="384048" cy="384048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372" y="1235172"/>
            <a:ext cx="199705" cy="199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675120" y="1124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signals stay original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675120" y="1417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note, slip photo and raw transcript are stored once and never rewritten by the model.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172200" y="2286000"/>
            <a:ext cx="384048" cy="384048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372" y="2378172"/>
            <a:ext cx="199705" cy="1997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675120" y="2267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 / Check badges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6675120" y="2560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lines matched clearly. Amber lines wait for a human to compare them to the evidence.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6172200" y="3429000"/>
            <a:ext cx="384048" cy="384048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372" y="3521172"/>
            <a:ext cx="199705" cy="199705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675120" y="34107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confirmation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6675120" y="370332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the flags unlocks Send. The retailer gets the WhatsApp confirmation; the invoice posts to the ledger.</a:t>
            </a:r>
            <a:endParaRPr lang="en-US" sz="950" dirty="0"/>
          </a:p>
        </p:txBody>
      </p:sp>
      <p:sp>
        <p:nvSpPr>
          <p:cNvPr id="17" name="Text 11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finds its invoice.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783080" cy="1874520"/>
          </a:xfrm>
          <a:prstGeom prst="roundRect">
            <a:avLst>
              <a:gd name="adj" fmla="val 6154"/>
            </a:avLst>
          </a:prstGeom>
          <a:solidFill>
            <a:srgbClr val="E8F3EE"/>
          </a:solidFill>
          <a:ln w="9525">
            <a:solidFill>
              <a:srgbClr val="D5E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53312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463040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account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22199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dedicated account per retailer. The account number is the reference.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50008" y="1993392"/>
            <a:ext cx="237744" cy="256032"/>
          </a:xfrm>
          <a:prstGeom prst="rightArrow">
            <a:avLst/>
          </a:prstGeom>
          <a:solidFill>
            <a:srgbClr val="9DBFB1"/>
          </a:solidFill>
          <a:ln w="12700">
            <a:solidFill>
              <a:srgbClr val="9DBFB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06040" y="1188720"/>
            <a:ext cx="1783080" cy="1874520"/>
          </a:xfrm>
          <a:prstGeom prst="roundRect">
            <a:avLst>
              <a:gd name="adj" fmla="val 6154"/>
            </a:avLst>
          </a:prstGeom>
          <a:solidFill>
            <a:srgbClr val="E8F3EE"/>
          </a:solidFill>
          <a:ln w="9525">
            <a:solidFill>
              <a:srgbClr val="D5E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353312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48" y="1463040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222199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HMAC-verified. Unique on reference, so a replayed event changes nothing.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407408" y="1993392"/>
            <a:ext cx="237744" cy="256032"/>
          </a:xfrm>
          <a:prstGeom prst="rightArrow">
            <a:avLst/>
          </a:prstGeom>
          <a:solidFill>
            <a:srgbClr val="9DBFB1"/>
          </a:solidFill>
          <a:ln w="12700">
            <a:solidFill>
              <a:srgbClr val="9DBFB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63440" y="1188720"/>
            <a:ext cx="1783080" cy="1874520"/>
          </a:xfrm>
          <a:prstGeom prst="roundRect">
            <a:avLst>
              <a:gd name="adj" fmla="val 6154"/>
            </a:avLst>
          </a:prstGeom>
          <a:solidFill>
            <a:srgbClr val="E8F3EE"/>
          </a:solidFill>
          <a:ln w="9525">
            <a:solidFill>
              <a:srgbClr val="D5E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46320" y="1353312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1463040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46320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Auto-match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22199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equals one pending order, or the narration names it. Otherwise: review queue.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464808" y="1993392"/>
            <a:ext cx="237744" cy="256032"/>
          </a:xfrm>
          <a:prstGeom prst="rightArrow">
            <a:avLst/>
          </a:prstGeom>
          <a:solidFill>
            <a:srgbClr val="9DBFB1"/>
          </a:solidFill>
          <a:ln w="12700">
            <a:solidFill>
              <a:srgbClr val="9DBFB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20840" y="1188720"/>
            <a:ext cx="1783080" cy="1874520"/>
          </a:xfrm>
          <a:prstGeom prst="roundRect">
            <a:avLst>
              <a:gd name="adj" fmla="val 6154"/>
            </a:avLst>
          </a:prstGeom>
          <a:solidFill>
            <a:srgbClr val="E8F3EE"/>
          </a:solidFill>
          <a:ln w="9525">
            <a:solidFill>
              <a:srgbClr val="D5E7D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03720" y="1353312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146304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03720" y="190195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6903720" y="222199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journal. Corrections are new rows. Balance is a sum, never a field.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56692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97280"/>
                <a:gridCol w="1097280"/>
                <a:gridCol w="10972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B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raised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LE-1043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5,682,500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8,772,500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received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LE-1043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5,682,500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3,090,000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1"/>
          <p:cNvSpPr txBox="1"/>
          <p:nvPr/>
        </p:nvSpPr>
        <p:spPr>
          <a:xfrm>
            <a:off x="6446520" y="3337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live demo run: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note → LE-1043 → confirmed → paid,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ignored, balance closes.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LIVE TODAY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mockup. A working system.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606040" y="1188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tables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188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SQLite + Postgres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1887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6720840" y="2057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providers, each with a fake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9748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creates real accounts, imports catalogs and retailers server-side, sends team invitations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intake → Whisper → Claude structured output → order, flags, notifications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review, flag resolution, ask-the-retailer, confirmation with stock reservation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virtual accounts, idempotent webhook, auto-match / manual match, ledger with CSV export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200" dirty="0">
                <a:solidFill>
                  <a:srgbClr val="E4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on Vercel, API on FastAPI, database on Supabase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F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Boring where it should be, clever where it counts.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371600"/>
            <a:ext cx="457200" cy="45720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48132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Vite · Tailwind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920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onboarding,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Center, War Room.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client generated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OpenAPI.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18688" y="1938528"/>
            <a:ext cx="256032" cy="256032"/>
          </a:xfrm>
          <a:prstGeom prst="rightArrow">
            <a:avLst/>
          </a:prstGeom>
          <a:solidFill>
            <a:srgbClr val="B7C4BD"/>
          </a:solidFill>
          <a:ln w="12700">
            <a:solidFill>
              <a:srgbClr val="B7C4B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1887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0" y="1371600"/>
            <a:ext cx="457200" cy="45720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4813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0233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2.0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1920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Async, Pydantic v2, Alembic.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Role-gated, tenant-scoped.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as NUMERIC(18,2).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16168" y="1938528"/>
            <a:ext cx="256032" cy="256032"/>
          </a:xfrm>
          <a:prstGeom prst="rightArrow">
            <a:avLst/>
          </a:prstGeom>
          <a:solidFill>
            <a:srgbClr val="B7C4BD"/>
          </a:solidFill>
          <a:ln w="12700">
            <a:solidFill>
              <a:srgbClr val="B7C4B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943600" y="1188720"/>
            <a:ext cx="265176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371600"/>
            <a:ext cx="457200" cy="45720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48132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72084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Supabase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172200" y="19202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tables. Append-only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ledger. Evidence never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mutated.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32004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— every one behind a Protocol with a local fake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352044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DFBF7"/>
          </a:solidFill>
          <a:ln w="9525">
            <a:solidFill>
              <a:srgbClr val="EFE9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5800" y="3730752"/>
            <a:ext cx="384048" cy="384048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72" y="3822924"/>
            <a:ext cx="199705" cy="199705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43000" y="37033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WhatsApp Cloud API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176272" y="352044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DFBF7"/>
          </a:solidFill>
          <a:ln w="9525">
            <a:solidFill>
              <a:srgbClr val="EFE9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313432" y="3730752"/>
            <a:ext cx="384048" cy="384048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5604" y="3822924"/>
            <a:ext cx="199705" cy="199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770632" y="37033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Whisper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803904" y="352044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DFBF7"/>
          </a:solidFill>
          <a:ln w="9525">
            <a:solidFill>
              <a:srgbClr val="EFE9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941064" y="3730752"/>
            <a:ext cx="384048" cy="384048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3236" y="3822924"/>
            <a:ext cx="199705" cy="199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398264" y="37033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Opus 5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5431536" y="352044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DFBF7"/>
          </a:solidFill>
          <a:ln w="9525">
            <a:solidFill>
              <a:srgbClr val="EFE9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5568696" y="3730752"/>
            <a:ext cx="384048" cy="384048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0868" y="3822924"/>
            <a:ext cx="199705" cy="199705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025896" y="37033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DVAs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7059168" y="352044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DFBF7"/>
          </a:solidFill>
          <a:ln w="9525">
            <a:solidFill>
              <a:srgbClr val="EFE9D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7196328" y="3730752"/>
            <a:ext cx="384048" cy="384048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8500" y="3822924"/>
            <a:ext cx="199705" cy="199705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653528" y="37033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</a:t>
            </a:r>
            <a:endParaRPr lang="en-US" sz="950" dirty="0"/>
          </a:p>
        </p:txBody>
      </p:sp>
      <p:sp>
        <p:nvSpPr>
          <p:cNvPr id="42" name="Text 32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minutes, one order, start to finish.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70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11704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distributor, import a catalog and retailers, invite a colleague.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1645920"/>
            <a:ext cx="0" cy="237744"/>
          </a:xfrm>
          <a:prstGeom prst="line">
            <a:avLst/>
          </a:prstGeom>
          <a:noFill/>
          <a:ln w="19050">
            <a:solidFill>
              <a:srgbClr val="CFDB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83664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8653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sends a voice note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8653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“Send me like fifty, make e remain small…” arrives on WhatsApp.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2340864"/>
            <a:ext cx="0" cy="237744"/>
          </a:xfrm>
          <a:prstGeom prst="line">
            <a:avLst/>
          </a:prstGeom>
          <a:noFill/>
          <a:ln w="19050">
            <a:solidFill>
              <a:srgbClr val="CFDB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2560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2560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LE-1043 appears with two flags and Sabi's reasoning.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3035808"/>
            <a:ext cx="0" cy="237744"/>
          </a:xfrm>
          <a:prstGeom prst="line">
            <a:avLst/>
          </a:prstGeom>
          <a:noFill/>
          <a:ln w="19050">
            <a:solidFill>
              <a:srgbClr val="CFDB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2552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32552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 evidence, pick 55 bags, send the confirmation.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7240" y="3730752"/>
            <a:ext cx="0" cy="237744"/>
          </a:xfrm>
          <a:prstGeom prst="line">
            <a:avLst/>
          </a:prstGeom>
          <a:noFill/>
          <a:ln w="19050">
            <a:solidFill>
              <a:srgbClr val="CFDB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968496"/>
            <a:ext cx="457200" cy="4572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3950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lands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566160" y="39502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credits the virtual account; the order is paid and the ledger closes.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working system to working business.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17320"/>
            <a:ext cx="502920" cy="50292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153802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live rails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WhatsApp business number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DVA approval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War Room on live data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73552" y="118872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47872" y="1417320"/>
            <a:ext cx="502920" cy="50292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573" y="153802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47872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distributors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47872" y="25146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distributors in Lagos and Onitsha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decode accuracy on real Pidgin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the 85 confidence threshold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98464" y="1188720"/>
            <a:ext cx="2514600" cy="32004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E3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72784" y="1417320"/>
            <a:ext cx="502920" cy="502920"/>
          </a:xfrm>
          <a:prstGeom prst="ellipse">
            <a:avLst/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85" y="153802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72784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grow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72784" y="251460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from ledger history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businesses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forecasting from order flow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7731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377440"/>
            <a:ext cx="4114800" cy="4114800"/>
          </a:xfrm>
          <a:prstGeom prst="ellipse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2801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voice note becomes an order.</a:t>
            </a:r>
            <a:endParaRPr lang="en-US" sz="3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transfer finds its invoice.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C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37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leda-seven.vercel.app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Leda — Hackathon demo</dc:title>
  <dc:subject>PptxGenJS Presentation</dc:subject>
  <dc:creator>Leda</dc:creator>
  <cp:lastModifiedBy>Leda</cp:lastModifiedBy>
  <cp:revision>1</cp:revision>
  <dcterms:created xsi:type="dcterms:W3CDTF">2026-09-19T11:43:28Z</dcterms:created>
  <dcterms:modified xsi:type="dcterms:W3CDTF">2026-09-19T11:43:28Z</dcterms:modified>
</cp:coreProperties>
</file>